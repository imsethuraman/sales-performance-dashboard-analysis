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67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60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170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2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18911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17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64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9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1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1" y="5105400"/>
            <a:ext cx="8417859" cy="175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77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4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437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75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-7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Sales Performance Dashboard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MYSQL | Power BI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875148"/>
            <a:ext cx="7704667" cy="3332816"/>
          </a:xfrm>
        </p:spPr>
        <p:txBody>
          <a:bodyPr/>
          <a:lstStyle/>
          <a:p>
            <a:r>
              <a:rPr lang="en-IN" dirty="0"/>
              <a:t>R</a:t>
            </a:r>
            <a:r>
              <a:rPr dirty="0" err="1"/>
              <a:t>evenue</a:t>
            </a:r>
            <a:r>
              <a:rPr dirty="0"/>
              <a:t>: 3M | Profit: 935K | Margin: 31.64%</a:t>
            </a:r>
          </a:p>
          <a:p>
            <a:r>
              <a:rPr dirty="0"/>
              <a:t>Strong performance with high profitability.</a:t>
            </a:r>
          </a:p>
          <a:p>
            <a:r>
              <a:rPr dirty="0"/>
              <a:t>Top product drives major revenue share.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92108-7114-409A-9D5C-9A854E66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C1C34E-8F84-433E-A9A7-33CF78148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18" y="1630837"/>
            <a:ext cx="7800680" cy="445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363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B4BB-B44C-40CA-A99B-778AC8A4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Modelling &amp; Dashboard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FCA64B2-62C4-4F3D-A7C1-4A3F24D5C8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363" b="40588"/>
          <a:stretch/>
        </p:blipFill>
        <p:spPr>
          <a:xfrm>
            <a:off x="437475" y="1888266"/>
            <a:ext cx="4228793" cy="416374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32BB53-64CE-49B2-9943-9337037222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631" r="36527" b="8095"/>
          <a:stretch/>
        </p:blipFill>
        <p:spPr>
          <a:xfrm>
            <a:off x="4768289" y="1888266"/>
            <a:ext cx="3523457" cy="388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17K units sold</a:t>
            </a:r>
          </a:p>
          <a:p>
            <a:r>
              <a:t>Avg Selling Price: 177.64</a:t>
            </a:r>
          </a:p>
          <a:p>
            <a:r>
              <a:t>Healthy revenue-profit relationship</a:t>
            </a:r>
          </a:p>
          <a:p>
            <a:r>
              <a:t>Consistent growth across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Product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Scarlett 2i2 generates highest revenue (~844K)</a:t>
            </a:r>
          </a:p>
          <a:p>
            <a:r>
              <a:t>Strong demand driver</a:t>
            </a:r>
          </a:p>
          <a:p>
            <a:r>
              <a:t>Focusrite brand dominates revenue contribution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Audio Interface leads (~0.84M)</a:t>
            </a:r>
          </a:p>
          <a:p>
            <a:r>
              <a:t>Condenser &amp; Recording categories strong</a:t>
            </a:r>
          </a:p>
          <a:p>
            <a:r>
              <a:t>Opportunity in lower categories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fluctuates with peaks mid-year</a:t>
            </a:r>
          </a:p>
          <a:p>
            <a:r>
              <a:t>Profit follows revenue trend</a:t>
            </a:r>
          </a:p>
          <a:p>
            <a:r>
              <a:t>Seasonality impact observed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Focusrite highest performer</a:t>
            </a:r>
          </a:p>
          <a:p>
            <a:r>
              <a:t>Rode &amp; PreSonus mid-tier</a:t>
            </a:r>
          </a:p>
          <a:p>
            <a:r>
              <a:t>SteelSeries lowest contribution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Profitability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Profit margin ~31.64%</a:t>
            </a:r>
          </a:p>
          <a:p>
            <a:r>
              <a:t>Some products exceed 50% margin</a:t>
            </a:r>
          </a:p>
          <a:p>
            <a:r>
              <a:t>Cost optimization opportunity exists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 top products (Scarlett 2i2)</a:t>
            </a:r>
          </a:p>
          <a:p>
            <a:r>
              <a:t>Increase marketing for high-margin items</a:t>
            </a:r>
          </a:p>
          <a:p>
            <a:r>
              <a:t>Optimize low-performing brands</a:t>
            </a:r>
          </a:p>
          <a:p>
            <a:r>
              <a:t>Leverage seasonal peaks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23C5FE65-18CC-4A65-9EBC-B05E331504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11</TotalTime>
  <Words>159</Words>
  <Application>Microsoft Office PowerPoint</Application>
  <PresentationFormat>On-screen Show (4:3)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Schoolbook</vt:lpstr>
      <vt:lpstr>Wingdings 2</vt:lpstr>
      <vt:lpstr>View</vt:lpstr>
      <vt:lpstr>Sales Performance Dashboard Analysis</vt:lpstr>
      <vt:lpstr>Executive Summary</vt:lpstr>
      <vt:lpstr>Dashboard</vt:lpstr>
      <vt:lpstr>Data Modelling &amp; Dashboard</vt:lpstr>
      <vt:lpstr>Business Performance Overview</vt:lpstr>
      <vt:lpstr>Top Product Insights</vt:lpstr>
      <vt:lpstr>Category Analysis</vt:lpstr>
      <vt:lpstr>Monthly Trends</vt:lpstr>
      <vt:lpstr>Brand Performance</vt:lpstr>
      <vt:lpstr>Profitability Insights</vt:lpstr>
      <vt:lpstr>Key Business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 Analysis</dc:title>
  <dc:subject/>
  <dc:creator>Sethuraman B</dc:creator>
  <cp:keywords/>
  <dc:description>generated using python-pptx</dc:description>
  <cp:lastModifiedBy>Sethuraman B</cp:lastModifiedBy>
  <cp:revision>4</cp:revision>
  <dcterms:created xsi:type="dcterms:W3CDTF">2013-01-27T09:14:16Z</dcterms:created>
  <dcterms:modified xsi:type="dcterms:W3CDTF">2026-04-22T09:10:05Z</dcterms:modified>
  <cp:category/>
</cp:coreProperties>
</file>